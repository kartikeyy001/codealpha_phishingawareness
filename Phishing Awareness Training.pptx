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15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11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43732" y="2825115"/>
            <a:ext cx="4856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Recognize, Avoid, and Report Phishing Attacks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0346" y="3602355"/>
            <a:ext cx="44033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yourself and your organization from cyber threats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3693" y="1325880"/>
            <a:ext cx="3396496" cy="12954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55796" y="2849880"/>
            <a:ext cx="4032290" cy="12954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01541" y="4373880"/>
            <a:ext cx="3540800" cy="12954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Phishing Crisis (2025 Reality)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178493" y="1630680"/>
            <a:ext cx="28426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of Data Breaches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178493" y="2103120"/>
            <a:ext cx="28426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with phishing credentials stolen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60596" y="3154680"/>
            <a:ext cx="34911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Click Rate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60596" y="3627120"/>
            <a:ext cx="349114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in trained organizations, 40% fall for phishing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6341" y="4678681"/>
            <a:ext cx="298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$4.8M Average Loss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06341" y="5151120"/>
            <a:ext cx="29898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successful phishing breach (2024 data)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Phishing?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a social engineering attack that uses fraudulent emails, websites, or messages to trick people into: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3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Revealing sensitive information (passwords, SSN, financial data)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malware or ransomware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Transferring money to fraudulent accounts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Granting unauthorized access to systems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36245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46609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Flags: Spotting Phishing Emails (Part 1)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0100" y="1478281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Suspicious Sender Address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100" y="1828800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 says "PayPal" but email is "support@paypa1.com" (number instead of letter)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00100" y="2488645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Urgent or Threatening 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839165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account will be suspended in 24 hours!" - Creates pressure to act without thinking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0100" y="3499009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Spelling &amp; Grammar Errors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3849530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account are suspend. Please verify immediatly." - Legitimate companies proofread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36246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46610"/>
            <a:ext cx="7924800" cy="857964"/>
          </a:xfrm>
          <a:prstGeom prst="roundRect">
            <a:avLst>
              <a:gd name="adj" fmla="val 4263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Flags: Spotting Phishing Emails (Part 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0100" y="1478280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Generic Greeting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100" y="1828800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"Dear Customer" instead of your name - Suggests bulk sending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00100" y="2488646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Suspicious Links or Attachments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839164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link - destination doesn't match displayed text. Unexpected ZIP or EXE files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0100" y="3499010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Requests for Sensitive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3849530"/>
            <a:ext cx="7733538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organizations never ask for passwords, SSN, or banking info via email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2141"/>
            <a:ext cx="7924800" cy="949404"/>
          </a:xfrm>
          <a:prstGeom prst="roundRect">
            <a:avLst>
              <a:gd name="adj" fmla="val 3852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Sony Pictures Hack (2014)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happened: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Spear phishing emails impersonating Apple, targeting Sony employees. When clicked, malware gave attackers full access.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211074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Private emails leaked, actor salaries exposed, unreleased movies stolen, $100M+ loss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worked: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Familiar brand (Apple) + routine request + no employee training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0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8848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64217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09586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Attackers Hunt You: The 4 Phases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020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RECONNAISSANCE (OSINT)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6764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profiles, company websites, job postings, social media - attackers build your digital profile without you knowing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44744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ENGAGEMENT (Build Trust)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2721769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message using your real name, job role, projects - looks like it's from someone who knows you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3492817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MANIPULATION (Psychological Trigger)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376713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Urgency, authority, fear, greed - attackers exploit how your brain makes decisions under pressure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4538186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ACTION (You Comply)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" y="4812506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link, enter password, download file, wire money - attack succeeds in seconds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4961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30328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75697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721065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Phishing Works: Psychological Exploitation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813559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URGENCY Principle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2087882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can't think critically under time pressure. "Account suspended in 24 hours!" → You act without verifying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85892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AUTHORITY Principle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133251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obey authority figures. Email from "CEO" requesting funds feels legitimate because of power dynamics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3904297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SOCIAL PROOF Principle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4178619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many are doing it, it must be safe. Scammers show fake "everyone is downloading this" messages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4949665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CURIOSITY Principle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" y="522398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brain is wired to explore. "See what this person said about you" → Click reflex triggered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4991"/>
            <a:ext cx="7924800" cy="786289"/>
          </a:xfrm>
          <a:prstGeom prst="roundRect">
            <a:avLst>
              <a:gd name="adj" fmla="val 4651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Colonial Pipeline Ransomware (2021)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8495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Flow: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Phishing email → Employee credentials stolen → Malware → Ransomware deployed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1977391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200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East Coast fuel supply disrupted, panic buying, $4.4M ransom paid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266950"/>
            <a:ext cx="7772400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succeeded: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MFA enabled, no employee training, one compromised credential = network-wide access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2763678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Phishing isn't just about stealing your password—it's the entry point for multi-million-dollar attacks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61159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30328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9497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568665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FF545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Email Analysis: Think Like an Investigator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00100" y="1813559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HOVER over Every Link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2133600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Displayed text says "Click here" but URL shows "malware.ru"? That's phishing.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0100" y="2782728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CHECK the Reply-To Address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0100" y="3102769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shows "boss@company.com" but reply-to is "boss.email@gmail.com"? Spoofed.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0100" y="3751897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INSPECT Email Headers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" y="4071938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→ View Source → Check if "From" domain matches company domain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0100" y="4721065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VERIFY Unusual Requests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" y="5041106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asking for wire transfer? Call their office phone (not the number in email) to verify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8851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88019"/>
            <a:ext cx="7924800" cy="816769"/>
          </a:xfrm>
          <a:prstGeom prst="roundRect">
            <a:avLst>
              <a:gd name="adj" fmla="val 4478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Defense Strategy: Three Layers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0100" y="1402082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LAYER 1: Technical Protection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100" y="1722123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(multi-factor authentication), password managers, email filtering, regular backups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0100" y="2371251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LAYER 2: Behavioral Defense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691292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down, think before clicking, verify unusual requests, don't overshare on social media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0100" y="3340419"/>
            <a:ext cx="7733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LAYER 3: Organizational Culture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3660460"/>
            <a:ext cx="7733538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phishing without fear, security team wants to help, continuous training, shared responsibility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93573"/>
            <a:ext cx="7924800" cy="2377440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1: The LinkedIn Job Offer Trap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21082"/>
            <a:ext cx="79248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message: "Congratulations! We want to hire you as Senior Security Engineer. Click here to complete background check." The link is a bit_ly shortened URL from someone claiming to be from Google.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4271009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Type: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Spear phishing using LinkedIn (OSINT) + shortened URLs to hide malicious destination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3F376-C813-D44E-6A2E-E1F2C3CE9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1" y="2293553"/>
            <a:ext cx="4778154" cy="15774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93573"/>
            <a:ext cx="7924800" cy="2377440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2: The CEO Wire Transfer Trick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21082"/>
            <a:ext cx="79248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from CEO (name correct, signature matches): "Need you to wire $50K to this new vendor TODAY. Keep this between us. Time-sensitive." Email address looks slightly off but similar (ceo@company.co instead of ceo@company.com).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4271009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Type: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Email Compromise (BEC) - $46.7M stolen from Ubiquiti Networks using exact same tactic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E9206-05ED-BCF7-8DCD-0D08ACA90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81" y="2301174"/>
            <a:ext cx="4038950" cy="15622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53541"/>
            <a:ext cx="7924800" cy="2377440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3: The USB Drive Gamble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021082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find a USB drive in the company parking lot labeled "Q4 Budget Review - CONFIDENTIAL" with your company logo. Inside could be important documents... or malware. What happens if you plug it in?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4030982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Type: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Baiting with physical media - one USB drive = ransomware across entire network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4E0699-DA57-2A63-096A-8546DB78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69" y="2030660"/>
            <a:ext cx="3680779" cy="16232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Suspect You've Been Phished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immediately: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click more links or download anything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to IT/Security: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Alert your organization's security team right away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passwords: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passwords for affected accounts from a safe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accounts: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Watch for unauthorized transactions or login attempts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MFA: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multi-factor authentication to critical accounts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panic: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reporting can prevent significant damage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Firewall: Why You Matter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strongest link: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 fails, but human judgment stops 80% of attacks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count 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Laziness, habit, fear, trust - they exploit psychology, not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superpower: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3-second pause. "Do I really know this person?" prevents millions in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= Heroic: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phishing report helps IT catch patterns and protect everyone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curious: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Attackers evolve constantly; your awareness must evolve too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4162" y="1804039"/>
            <a:ext cx="3835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Safe Online!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99770" y="2581275"/>
            <a:ext cx="4944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awareness is your organization's first line of defense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10686" y="3152775"/>
            <a:ext cx="252250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your IT Security team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1170</Words>
  <Application>Microsoft Office PowerPoint</Application>
  <PresentationFormat>On-screen Show (16:9)</PresentationFormat>
  <Paragraphs>115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Kartik Gupta</cp:lastModifiedBy>
  <cp:revision>2</cp:revision>
  <dcterms:created xsi:type="dcterms:W3CDTF">2025-12-27T07:31:10Z</dcterms:created>
  <dcterms:modified xsi:type="dcterms:W3CDTF">2025-12-27T08:32:32Z</dcterms:modified>
</cp:coreProperties>
</file>